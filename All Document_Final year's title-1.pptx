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670F-ADAD-0189-6922-A439107CC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1B350-A274-A3E4-1588-752A26435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AEFA-C4CA-1605-1DEC-897C5FD0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C43D-50A6-E299-E881-24008049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4EBD-3212-86BB-5DB9-B576B6FF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DE45-B538-7C24-E3B1-3CB69D3F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B346-2257-318D-F830-8183209B6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9D11-03C0-313F-A79D-CB276ABC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2E46B-AFBE-2EBF-16E1-9119DF68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0170A-4070-2E7F-E729-42E0C3E8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7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69EA-C68F-492A-54C7-5871FACB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6AE65-31C4-9C74-5314-D1E5B95E4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AAE01-2F1A-01D0-0F9D-79BF8AE8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EAA4D-A6A6-9E3E-C12B-DEE824C9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CD5E-4CE7-DAFE-EBC7-B50F2319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DBC5-A0A4-E210-6267-50D6AEEE3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38A8-5AD9-406A-4C5E-6DDD26384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25032-6A41-41C8-6333-FB8649CA9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466E3-D75C-AEA9-5509-EE998AB2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7D538-7726-4E05-449A-7D5FB11C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305FA-166E-895A-23A6-E7D0726C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A01B-5C00-0A24-5A8B-800F2B08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E1C39-ABCD-286F-E6FF-FBD3B7C4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DFE1F-EF95-CF89-8E68-4B38DBF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3E82F-DFF5-1ED3-6134-F3692716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E1074-68A9-C655-C423-BA23258E1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76EB8-EEB2-4E97-51AC-CA064B5D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49635-332E-D5C4-2050-6DE08057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F6448-DC64-FACC-331D-FD548E97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3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9375-96F6-7989-82FE-58D963AC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7ADD1-F13B-433F-CB08-46CEE729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91E87-C7B4-A2E6-B41C-34E9682D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D8774-031C-D99A-BF04-0CD89032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8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95679C-646B-07CB-DC91-AAC622CA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EBF3E-1B72-414C-5C30-D20086CD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1A99-D8C0-D221-4E5B-947A333A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5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D4C7-8AC8-EA0D-EEEB-869E869F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FCAE-FC07-B220-D65F-9FBCEFFF8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D4982-11F5-C033-F1B9-B4F33C610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D9450-88D6-647E-F098-74B31BD3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BD008-83AD-F04F-68F0-8ED52F9F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A5894-E761-2217-F52A-201A02D4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0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54E9-100D-C729-18EA-7D2CDE6C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FDBA3-0236-F1F0-B2A8-F802B145D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63AC7-4287-CA99-4DEB-DA4B00DCF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86210-509D-F531-8B43-F7C43574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96D81-0D6D-7F9C-2441-6ACEB2D3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9907A-9DEA-B5A1-2E65-E43B735D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2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9A36-9D90-BFE6-9252-6B52ED18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2DC64-449A-B56C-FE28-CBB0FDEEA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D1165-8A21-400F-02DE-FB184C3D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1FDB-9FBA-FCCA-AAC2-B38F8FD5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9AA3-E35E-3541-C974-91C1603D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8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B6EE7-EB16-8FAF-909E-F1CD1A219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9E8B-1485-9D31-7BD7-38F4F05B4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F6B1-C825-9405-3490-D86BAFF9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EBC47-EFB3-CC1E-894E-7B93B869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4CC8B-48E1-B559-BDB4-ADFE6E6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2CD56-5705-85FC-D770-D6885EF2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C855C-64E9-1CFF-34FB-F69C2BE9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9709-526E-08E1-F762-DB75CAAD4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A208F-769F-4684-AF04-B62C9B4437F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9E72-B12D-4893-6538-5E2A49F3F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FF0B-7CEB-F874-B777-F54D756D4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6F606-5363-4460-AE7F-F94EF13C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6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1175-958F-BBDB-597A-E1AC60EC7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93306"/>
            <a:ext cx="11731752" cy="1471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BHANDARI COLLEGE OF ENGINEERING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Urlabari-03, Morang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3D5AD-26F4-F740-FD16-363E69ED3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" y="2194560"/>
            <a:ext cx="10744200" cy="3931920"/>
          </a:xfrm>
        </p:spPr>
        <p:txBody>
          <a:bodyPr numCol="1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Defense of Final Year Project 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“AI-Powered Research Paper Recommendation System”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Harsana Basnet				  Department of Computer Engineering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Suraj Kumar Sah		            	Madan Bhandari College of Engineering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Ramabtar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Yadav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8204B-5570-533E-F4E9-3D24DE595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90" y="448056"/>
            <a:ext cx="104527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2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1384-A2E4-2C09-AE7A-B9979380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ECF9-2028-8E10-6E82-04D1F62A1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are a primary source of academic knowledge and innovation.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new research papers are published every day.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relevant papers manually is time-consuming and inefficient.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intelligent research paper recommendations using Artificial Intelligence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38718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B8FC-4C55-8A2D-4A22-7E9486B5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BDFB-5159-7FFC-D9A3-750B884E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through large collections of research papers.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papers related to their area of interest.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Discovering semantically similar studies.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significant time during literature review.</a:t>
            </a:r>
          </a:p>
        </p:txBody>
      </p:sp>
    </p:spTree>
    <p:extLst>
      <p:ext uri="{BB962C8B-B14F-4D97-AF65-F5344CB8AC3E}">
        <p14:creationId xmlns:p14="http://schemas.microsoft.com/office/powerpoint/2010/main" val="52958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CE78-C1D5-1C4B-C647-3005D16A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70ED-EF87-E87B-37FC-5DCCA492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AI-powered system that recommends relevant research papers based on semantic similarity.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and effort required for literature review by providing relevant research paper recommendations. </a:t>
            </a:r>
          </a:p>
          <a:p>
            <a:pPr>
              <a:lnSpc>
                <a:spcPct val="16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semantic search capabilities that understand the meaning and context of user queries rather than relying solely on keyword matching.</a:t>
            </a:r>
          </a:p>
        </p:txBody>
      </p:sp>
    </p:spTree>
    <p:extLst>
      <p:ext uri="{BB962C8B-B14F-4D97-AF65-F5344CB8AC3E}">
        <p14:creationId xmlns:p14="http://schemas.microsoft.com/office/powerpoint/2010/main" val="61628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8171-74D6-C52F-5069-FC39261E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0399F-6A91-C09C-6E15-1FC26C4D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1"/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247942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E1B3-68FE-8935-7FCE-D9AE4092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E958-8672-8AB1-6D52-D31EEA6CD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 (all-MiniLM-L6-v2)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Search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1"/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Paper Dataset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8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88B5-E852-BD90-B25F-BEE38C57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2594-8503-4A00-4E05-1EBD55D4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research paper recommendation system.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based on semantic meaning rather than keywords.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accurate literature search.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research paper discovery for students and researchers.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capable of handling large research datasets.</a:t>
            </a:r>
          </a:p>
        </p:txBody>
      </p:sp>
    </p:spTree>
    <p:extLst>
      <p:ext uri="{BB962C8B-B14F-4D97-AF65-F5344CB8AC3E}">
        <p14:creationId xmlns:p14="http://schemas.microsoft.com/office/powerpoint/2010/main" val="38407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19C4-F3A5-BDB7-F519-19803AF2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4929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1084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MADAN BHANDARI COLLEGE OF ENGINEERING Urlabari-03, Morang</vt:lpstr>
      <vt:lpstr>Introduction</vt:lpstr>
      <vt:lpstr>Problem Statement</vt:lpstr>
      <vt:lpstr>Objectives</vt:lpstr>
      <vt:lpstr>Tools and Technology</vt:lpstr>
      <vt:lpstr>Contd..</vt:lpstr>
      <vt:lpstr>Expected Outcome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sah</dc:creator>
  <cp:lastModifiedBy>suraj sah</cp:lastModifiedBy>
  <cp:revision>10</cp:revision>
  <dcterms:created xsi:type="dcterms:W3CDTF">2026-05-29T17:14:16Z</dcterms:created>
  <dcterms:modified xsi:type="dcterms:W3CDTF">2026-06-05T14:54:44Z</dcterms:modified>
</cp:coreProperties>
</file>