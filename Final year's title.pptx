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3" r:id="rId5"/>
    <p:sldId id="266" r:id="rId6"/>
    <p:sldId id="265" r:id="rId7"/>
    <p:sldId id="260" r:id="rId8"/>
    <p:sldId id="264" r:id="rId9"/>
    <p:sldId id="268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6670F-ADAD-0189-6922-A439107CCE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01B350-A274-A3E4-1588-752A26435A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CAEFA-C4CA-1605-1DEC-897C5FD03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A208F-769F-4684-AF04-B62C9B4437F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7C43D-50A6-E299-E881-240080492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54EBD-3212-86BB-5DB9-B576B6FF0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6F606-5363-4460-AE7F-F94EF13C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24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1DE45-B538-7C24-E3B1-3CB69D3F8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7B346-2257-318D-F830-8183209B6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29D11-03C0-313F-A79D-CB276ABCD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A208F-769F-4684-AF04-B62C9B4437F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2E46B-AFBE-2EBF-16E1-9119DF686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0170A-4070-2E7F-E729-42E0C3E89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6F606-5363-4460-AE7F-F94EF13C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972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B69EA-C68F-492A-54C7-5871FACBF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6AE65-31C4-9C74-5314-D1E5B95E4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AAE01-2F1A-01D0-0F9D-79BF8AE8C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A208F-769F-4684-AF04-B62C9B4437F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EAA4D-A6A6-9E3E-C12B-DEE824C96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4CD5E-4CE7-DAFE-EBC7-B50F2319B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6F606-5363-4460-AE7F-F94EF13C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6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DDBC5-A0A4-E210-6267-50D6AEEE3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438A8-5AD9-406A-4C5E-6DDD26384D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25032-6A41-41C8-6333-FB8649CA9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6466E3-D75C-AEA9-5509-EE998AB25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A208F-769F-4684-AF04-B62C9B4437F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E7D538-7726-4E05-449A-7D5FB11CA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1305FA-166E-895A-23A6-E7D0726C4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6F606-5363-4460-AE7F-F94EF13C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234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CA01B-5C00-0A24-5A8B-800F2B08D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7E1C39-ABCD-286F-E6FF-FBD3B7C4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0DFE1F-EF95-CF89-8E68-4B38DBFAA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A3E82F-DFF5-1ED3-6134-F36927160F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BE1074-68A9-C655-C423-BA23258E1D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276EB8-EEB2-4E97-51AC-CA064B5D3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A208F-769F-4684-AF04-B62C9B4437F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E49635-332E-D5C4-2050-6DE08057F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CF6448-DC64-FACC-331D-FD548E976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6F606-5363-4460-AE7F-F94EF13C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733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F9375-96F6-7989-82FE-58D963AC9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B7ADD1-F13B-433F-CB08-46CEE729B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A208F-769F-4684-AF04-B62C9B4437F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A91E87-C7B4-A2E6-B41C-34E9682D9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0D8774-031C-D99A-BF04-0CD890323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6F606-5363-4460-AE7F-F94EF13C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788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95679C-646B-07CB-DC91-AAC622CA5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A208F-769F-4684-AF04-B62C9B4437F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4EBF3E-1B72-414C-5C30-D20086CDA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91A99-D8C0-D221-4E5B-947A333AA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6F606-5363-4460-AE7F-F94EF13C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951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2D4C7-8AC8-EA0D-EEEB-869E869FF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6FCAE-FC07-B220-D65F-9FBCEFFF8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FD4982-11F5-C033-F1B9-B4F33C610D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DD9450-88D6-647E-F098-74B31BD3A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A208F-769F-4684-AF04-B62C9B4437F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EBD008-83AD-F04F-68F0-8ED52F9F2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7A5894-E761-2217-F52A-201A02D4F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6F606-5363-4460-AE7F-F94EF13C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206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654E9-100D-C729-18EA-7D2CDE6CB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6FDBA3-0236-F1F0-B2A8-F802B145D4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B63AC7-4287-CA99-4DEB-DA4B00DCF3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786210-509D-F531-8B43-F7C43574B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A208F-769F-4684-AF04-B62C9B4437F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596D81-0D6D-7F9C-2441-6ACEB2D3C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9907A-9DEA-B5A1-2E65-E43B735D4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6F606-5363-4460-AE7F-F94EF13C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223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D9A36-9D90-BFE6-9252-6B52ED18E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F2DC64-449A-B56C-FE28-CBB0FDEEA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D1165-8A21-400F-02DE-FB184C3D4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A208F-769F-4684-AF04-B62C9B4437F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E1FDB-9FBA-FCCA-AAC2-B38F8FD57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69AA3-E35E-3541-C974-91C1603D8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6F606-5363-4460-AE7F-F94EF13C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784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CB6EE7-EB16-8FAF-909E-F1CD1A2196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9C9E8B-1485-9D31-7BD7-38F4F05B4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7F6B1-C825-9405-3490-D86BAFF9D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A208F-769F-4684-AF04-B62C9B4437F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EBC47-EFB3-CC1E-894E-7B93B869E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4CC8B-48E1-B559-BDB4-ADFE6E6EA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6F606-5363-4460-AE7F-F94EF13C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9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F2CD56-5705-85FC-D770-D6885EF2E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C855C-64E9-1CFF-34FB-F69C2BE99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69709-526E-08E1-F762-DB75CAAD4C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A208F-769F-4684-AF04-B62C9B4437F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F9E72-B12D-4893-6538-5E2A49F3F6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5FF0B-7CEB-F874-B777-F54D756D41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6F606-5363-4460-AE7F-F94EF13C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265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E1175-958F-BBDB-597A-E1AC60EC76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293306"/>
            <a:ext cx="11731752" cy="147148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MADAN BHANDARI COLLEGE OF ENGINEERING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Urlabari-03, Morang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83D5AD-26F4-F740-FD16-363E69ED37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2104" y="2194560"/>
            <a:ext cx="10744200" cy="3931920"/>
          </a:xfrm>
        </p:spPr>
        <p:txBody>
          <a:bodyPr numCol="1"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Defense of Final Year Project on: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“AI-Powered Research Paper Recommendation System”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Harsana Basnet				  Department of Computer Engineering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Suraj Kumar Sah		            	Madan Bhandari College of Engineering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Ramabtar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Kumar Yadav                            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Er.Chandan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Bhagat                   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Diwash Karki                                                       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88204B-5570-533E-F4E9-3D24DE5953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190" y="448056"/>
            <a:ext cx="104527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524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51384-A2E4-2C09-AE7A-B99793806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AECF9-2028-8E10-6E82-04D1F62A1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 are a primary source of academic knowledge and innovation.</a:t>
            </a:r>
          </a:p>
          <a:p>
            <a:pPr>
              <a:lnSpc>
                <a:spcPct val="150000"/>
              </a:lnSpc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Thousands of new research papers are published every day.</a:t>
            </a:r>
          </a:p>
          <a:p>
            <a:pPr>
              <a:lnSpc>
                <a:spcPct val="150000"/>
              </a:lnSpc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relevant papers manually is time-consuming and inefficient.</a:t>
            </a:r>
          </a:p>
          <a:p>
            <a:pPr>
              <a:lnSpc>
                <a:spcPct val="150000"/>
              </a:lnSpc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provide intelligent research paper recommendations using Artificial Intelligence and Machine Learning.</a:t>
            </a:r>
          </a:p>
        </p:txBody>
      </p:sp>
    </p:spTree>
    <p:extLst>
      <p:ext uri="{BB962C8B-B14F-4D97-AF65-F5344CB8AC3E}">
        <p14:creationId xmlns:p14="http://schemas.microsoft.com/office/powerpoint/2010/main" val="3871885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8B8FC-4C55-8A2D-4A22-7E9486B51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0BDFB-5159-7FFC-D9A3-750B884E9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 through large collections of research papers.</a:t>
            </a:r>
          </a:p>
          <a:p>
            <a:pPr>
              <a:lnSpc>
                <a:spcPct val="150000"/>
              </a:lnSpc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papers related to their area of interest.</a:t>
            </a:r>
          </a:p>
          <a:p>
            <a:pPr>
              <a:lnSpc>
                <a:spcPct val="150000"/>
              </a:lnSpc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Discovering semantically similar studies.</a:t>
            </a:r>
          </a:p>
          <a:p>
            <a:pPr>
              <a:lnSpc>
                <a:spcPct val="150000"/>
              </a:lnSpc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Spending significant time during literature review.</a:t>
            </a:r>
          </a:p>
        </p:txBody>
      </p:sp>
    </p:spTree>
    <p:extLst>
      <p:ext uri="{BB962C8B-B14F-4D97-AF65-F5344CB8AC3E}">
        <p14:creationId xmlns:p14="http://schemas.microsoft.com/office/powerpoint/2010/main" val="529584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ACE78-C1D5-1C4B-C647-3005D16A4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370ED-EF87-E87B-37FC-5DCCA4921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6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develop an AI-powered system that recommends relevant research papers based on semantic similarity.</a:t>
            </a:r>
          </a:p>
          <a:p>
            <a:pPr>
              <a:lnSpc>
                <a:spcPct val="16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the time and effort required for literature review by providing relevant research paper recommendations. </a:t>
            </a:r>
          </a:p>
          <a:p>
            <a:pPr>
              <a:lnSpc>
                <a:spcPct val="16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semantic search capabilities that understand the meaning and context of user queries rather than relying solely on keyword matching.</a:t>
            </a:r>
          </a:p>
        </p:txBody>
      </p:sp>
    </p:spTree>
    <p:extLst>
      <p:ext uri="{BB962C8B-B14F-4D97-AF65-F5344CB8AC3E}">
        <p14:creationId xmlns:p14="http://schemas.microsoft.com/office/powerpoint/2010/main" val="616283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00029-4D3A-693C-D7FA-C1E9821BA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532B681-AF29-C297-40B4-AEA276F942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6201" y="1825625"/>
            <a:ext cx="743959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311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BBBB5-9A90-CEBE-4239-64DA5A716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dirty="0"/>
          </a:p>
        </p:txBody>
      </p:sp>
      <p:pic>
        <p:nvPicPr>
          <p:cNvPr id="4" name="Content Placeholder 8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25579F3D-E719-4C9C-846C-A1650E5610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875" y="2005806"/>
            <a:ext cx="8096250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027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28171-74D6-C52F-5069-FC39261ED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0399F-6A91-C09C-6E15-1FC26C4D3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  <a:p>
            <a:pPr lvl="1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</a:p>
          <a:p>
            <a:pPr lvl="1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Tailwind CSS</a:t>
            </a:r>
          </a:p>
          <a:p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  <a:p>
            <a:pPr lvl="1"/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  <a:p>
            <a:pPr lvl="1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lvl="1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</a:p>
          <a:p>
            <a:pPr lvl="1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</a:p>
        </p:txBody>
      </p:sp>
    </p:spTree>
    <p:extLst>
      <p:ext uri="{BB962C8B-B14F-4D97-AF65-F5344CB8AC3E}">
        <p14:creationId xmlns:p14="http://schemas.microsoft.com/office/powerpoint/2010/main" val="2479422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4E1B3-68FE-8935-7FCE-D9AE40922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2E958-8672-8AB1-6D52-D31EEA6CD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</a:p>
          <a:p>
            <a:pPr lvl="1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 Transformer (all-MiniLM-L6-v2)</a:t>
            </a:r>
          </a:p>
          <a:p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Search</a:t>
            </a:r>
          </a:p>
          <a:p>
            <a:pPr lvl="1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FAISS </a:t>
            </a:r>
          </a:p>
          <a:p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pPr lvl="1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</a:p>
          <a:p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pPr lvl="1"/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Research Paper Dataset</a:t>
            </a:r>
          </a:p>
          <a:p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688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9F3BD-82EF-E053-18F8-726CF140C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Details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22AFACC-C1F7-D5D5-E4ED-7989F8C530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1242981"/>
              </p:ext>
            </p:extLst>
          </p:nvPr>
        </p:nvGraphicFramePr>
        <p:xfrm>
          <a:off x="1181100" y="1409699"/>
          <a:ext cx="9591675" cy="42386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94839">
                  <a:extLst>
                    <a:ext uri="{9D8B030D-6E8A-4147-A177-3AD203B41FA5}">
                      <a16:colId xmlns:a16="http://schemas.microsoft.com/office/drawing/2014/main" val="1421154567"/>
                    </a:ext>
                  </a:extLst>
                </a:gridCol>
                <a:gridCol w="6396836">
                  <a:extLst>
                    <a:ext uri="{9D8B030D-6E8A-4147-A177-3AD203B41FA5}">
                      <a16:colId xmlns:a16="http://schemas.microsoft.com/office/drawing/2014/main" val="3271673225"/>
                    </a:ext>
                  </a:extLst>
                </a:gridCol>
              </a:tblGrid>
              <a:tr h="84772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Name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Role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0210032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Harshana Basnet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Machine Learning Model Development &amp; Integration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55802295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Suraj Kumar Sah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Backend Development &amp; API Implementation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97384444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Diwash Karki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Frontend Development &amp; UI/UX Design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2799540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Ramabtar Kumar Yadav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dirty="0">
                          <a:effectLst/>
                        </a:rPr>
                        <a:t>Database Management, Testing &amp; Documentation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876825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7FA3442-5AD6-3A49-8E18-BFD7100A2D81}"/>
              </a:ext>
            </a:extLst>
          </p:cNvPr>
          <p:cNvSpPr txBox="1"/>
          <p:nvPr/>
        </p:nvSpPr>
        <p:spPr>
          <a:xfrm>
            <a:off x="3048000" y="3201312"/>
            <a:ext cx="6096000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t.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789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C88B5-E852-BD90-B25F-BEE38C57B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C2594-8503-4A00-4E05-1EBD55D4D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research paper recommendation system.</a:t>
            </a:r>
          </a:p>
          <a:p>
            <a:pPr>
              <a:lnSpc>
                <a:spcPct val="150000"/>
              </a:lnSpc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based on semantic meaning rather than keywords.</a:t>
            </a:r>
          </a:p>
          <a:p>
            <a:pPr>
              <a:lnSpc>
                <a:spcPct val="150000"/>
              </a:lnSpc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and more accurate literature search.</a:t>
            </a:r>
          </a:p>
          <a:p>
            <a:pPr>
              <a:lnSpc>
                <a:spcPct val="150000"/>
              </a:lnSpc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research paper discovery for students and researchers.</a:t>
            </a:r>
          </a:p>
          <a:p>
            <a:pPr>
              <a:lnSpc>
                <a:spcPct val="150000"/>
              </a:lnSpc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system capable of handling large research datasets.</a:t>
            </a:r>
          </a:p>
        </p:txBody>
      </p:sp>
    </p:spTree>
    <p:extLst>
      <p:ext uri="{BB962C8B-B14F-4D97-AF65-F5344CB8AC3E}">
        <p14:creationId xmlns:p14="http://schemas.microsoft.com/office/powerpoint/2010/main" val="384078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D19C4-F3A5-BDB7-F519-19803AF2F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4929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010843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321</Words>
  <Application>Microsoft Office PowerPoint</Application>
  <PresentationFormat>Widescreen</PresentationFormat>
  <Paragraphs>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MADAN BHANDARI COLLEGE OF ENGINEERING Urlabari-03, Morang</vt:lpstr>
      <vt:lpstr>Introduction</vt:lpstr>
      <vt:lpstr>Problem Statement</vt:lpstr>
      <vt:lpstr>Objectives</vt:lpstr>
      <vt:lpstr>System Architecture</vt:lpstr>
      <vt:lpstr>Methodology</vt:lpstr>
      <vt:lpstr>Tools and Technology</vt:lpstr>
      <vt:lpstr>Contd..</vt:lpstr>
      <vt:lpstr>Team Details </vt:lpstr>
      <vt:lpstr>Expected Outcome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suraj sah</dc:creator>
  <cp:lastModifiedBy>suraj sah</cp:lastModifiedBy>
  <cp:revision>14</cp:revision>
  <dcterms:created xsi:type="dcterms:W3CDTF">2026-05-29T17:14:16Z</dcterms:created>
  <dcterms:modified xsi:type="dcterms:W3CDTF">2026-06-20T02:15:48Z</dcterms:modified>
</cp:coreProperties>
</file>